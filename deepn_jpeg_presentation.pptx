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DeepN-JPEG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AI-aware JPEG Compression</a:t>
            </a:r>
          </a:p>
          <a:p>
            <a:r>
              <a:t>Presenter: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Images dominate data</a:t>
            </a:r>
          </a:p>
          <a:p>
            <a:r>
              <a:t>JPEG widely used</a:t>
            </a:r>
          </a:p>
          <a:p>
            <a:r>
              <a:t>10-20x compression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JPEG optimized for human vision</a:t>
            </a:r>
          </a:p>
          <a:p>
            <a:r>
              <a:t>Not for AI</a:t>
            </a:r>
          </a:p>
          <a:p>
            <a:r>
              <a:t>Accuracy drops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vs Machine Vision</a:t>
            </a:r>
          </a:p>
          <a:p>
            <a:r>
              <a:t>CNN needs high-frequency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JPEG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 -&gt; DCT -&gt; Quantization -&gt; Encoding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Quantization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Q-table</a:t>
            </a:r>
          </a:p>
          <a:p>
            <a:r>
              <a:t>Removes important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DeepN-JPEG</a:t>
            </a:r>
          </a:p>
          <a:p>
            <a:r>
              <a:t>Learnable quantization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-&gt; Compress -&gt; CNN -&gt; Loss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learning</a:t>
            </a:r>
          </a:p>
          <a:p>
            <a:r>
              <a:t>Update Q-table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Cross-entropy + Compression loss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accuracy at same bitrate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drops slower than JPEG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Edges and textures preserved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&amp;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Pros: Better AI</a:t>
            </a:r>
          </a:p>
          <a:p>
            <a:r>
              <a:t>Cons: Need retraining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Compression should be AI-aware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